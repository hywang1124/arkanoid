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6967dab72f42a4" /><Relationship Type="http://schemas.openxmlformats.org/officeDocument/2006/relationships/extended-properties" Target="/docProps/app.xml" Id="R7ed730b7253d4206" /><Relationship Type="http://schemas.openxmlformats.org/officeDocument/2006/relationships/officeDocument" Target="/ppt/presentation.xml" Id="Rcd4432446fdd4f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5ac352b6f34a29"/>
  </p:sldMasterIdLst>
  <p:notesMasterIdLst>
    <p:notesMasterId xmlns:r="http://schemas.openxmlformats.org/officeDocument/2006/relationships" r:id="R084ca7582d7a4590"/>
  </p:notesMasterIdLst>
  <p:sldIdLst>
    <p:sldId xmlns:r="http://schemas.openxmlformats.org/officeDocument/2006/relationships" id="256" r:id="R97950130f66f454a"/>
    <p:sldId xmlns:r="http://schemas.openxmlformats.org/officeDocument/2006/relationships" id="257" r:id="Ra04e8f81e4cf4882"/>
    <p:sldId xmlns:r="http://schemas.openxmlformats.org/officeDocument/2006/relationships" id="258" r:id="R2bac55d228274b6a"/>
    <p:sldId xmlns:r="http://schemas.openxmlformats.org/officeDocument/2006/relationships" id="259" r:id="Rb018b2e828cb4300"/>
    <p:sldId xmlns:r="http://schemas.openxmlformats.org/officeDocument/2006/relationships" id="260" r:id="R40b86c64085b442b"/>
    <p:sldId xmlns:r="http://schemas.openxmlformats.org/officeDocument/2006/relationships" id="261" r:id="R307f1b6c702f40b8"/>
    <p:sldId xmlns:r="http://schemas.openxmlformats.org/officeDocument/2006/relationships" id="262" r:id="R560a147f38c1416b"/>
    <p:sldId xmlns:r="http://schemas.openxmlformats.org/officeDocument/2006/relationships" id="263" r:id="R27a9a142d9524d5f"/>
    <p:sldId xmlns:r="http://schemas.openxmlformats.org/officeDocument/2006/relationships" id="264" r:id="R44621e0105244b51"/>
    <p:sldId xmlns:r="http://schemas.openxmlformats.org/officeDocument/2006/relationships" id="265" r:id="R96d82de2c8d846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cee65ac1604fb5" /><Relationship Type="http://schemas.openxmlformats.org/officeDocument/2006/relationships/slideMaster" Target="/ppt/slideMasters/slideMaster1.xml" Id="R645ac352b6f34a29" /><Relationship Type="http://schemas.openxmlformats.org/officeDocument/2006/relationships/notesMaster" Target="/ppt/notesMasters/notesMaster1.xml" Id="R084ca7582d7a4590" /><Relationship Type="http://schemas.openxmlformats.org/officeDocument/2006/relationships/presProps" Target="/ppt/presProps.xml" Id="R27953c74cf0248f5" /><Relationship Type="http://schemas.openxmlformats.org/officeDocument/2006/relationships/tableStyles" Target="/ppt/tableStyles.xml" Id="R2f3c482c04154b73" /><Relationship Type="http://schemas.openxmlformats.org/officeDocument/2006/relationships/slide" Target="/ppt/slides/slide1.xml" Id="R97950130f66f454a" /><Relationship Type="http://schemas.openxmlformats.org/officeDocument/2006/relationships/slide" Target="/ppt/slides/slide2.xml" Id="Ra04e8f81e4cf4882" /><Relationship Type="http://schemas.openxmlformats.org/officeDocument/2006/relationships/slide" Target="/ppt/slides/slide3.xml" Id="R2bac55d228274b6a" /><Relationship Type="http://schemas.openxmlformats.org/officeDocument/2006/relationships/slide" Target="/ppt/slides/slide4.xml" Id="Rb018b2e828cb4300" /><Relationship Type="http://schemas.openxmlformats.org/officeDocument/2006/relationships/slide" Target="/ppt/slides/slide5.xml" Id="R40b86c64085b442b" /><Relationship Type="http://schemas.openxmlformats.org/officeDocument/2006/relationships/slide" Target="/ppt/slides/slide6.xml" Id="R307f1b6c702f40b8" /><Relationship Type="http://schemas.openxmlformats.org/officeDocument/2006/relationships/slide" Target="/ppt/slides/slide7.xml" Id="R560a147f38c1416b" /><Relationship Type="http://schemas.openxmlformats.org/officeDocument/2006/relationships/slide" Target="/ppt/slides/slide8.xml" Id="R27a9a142d9524d5f" /><Relationship Type="http://schemas.openxmlformats.org/officeDocument/2006/relationships/slide" Target="/ppt/slides/slide9.xml" Id="R44621e0105244b51" /><Relationship Type="http://schemas.openxmlformats.org/officeDocument/2006/relationships/slide" Target="/ppt/slides/slide10.xml" Id="R96d82de2c8d846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1b0bafd72648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9dc9a6964b48cb" /><Relationship Type="http://schemas.openxmlformats.org/officeDocument/2006/relationships/notesMaster" Target="/ppt/notesMasters/notesMaster1.xml" Id="R7b7c30a07cc840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d26123a3404648" /><Relationship Type="http://schemas.openxmlformats.org/officeDocument/2006/relationships/notesMaster" Target="/ppt/notesMasters/notesMaster1.xml" Id="R6f0aba0de47345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7f00fc2b0f4433" /><Relationship Type="http://schemas.openxmlformats.org/officeDocument/2006/relationships/notesMaster" Target="/ppt/notesMasters/notesMaster1.xml" Id="R4490d72cd8954a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a9c0b2f447458c" /><Relationship Type="http://schemas.openxmlformats.org/officeDocument/2006/relationships/notesMaster" Target="/ppt/notesMasters/notesMaster1.xml" Id="R5184e728d3d047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23afc072c74756" /><Relationship Type="http://schemas.openxmlformats.org/officeDocument/2006/relationships/notesMaster" Target="/ppt/notesMasters/notesMaster1.xml" Id="Rf411527ecaee48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1e856897f2436b" /><Relationship Type="http://schemas.openxmlformats.org/officeDocument/2006/relationships/notesMaster" Target="/ppt/notesMasters/notesMaster1.xml" Id="Rc68610065f6542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e838c879194326" /><Relationship Type="http://schemas.openxmlformats.org/officeDocument/2006/relationships/notesMaster" Target="/ppt/notesMasters/notesMaster1.xml" Id="R7dd721f204c24b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9588f1078f4626" /><Relationship Type="http://schemas.openxmlformats.org/officeDocument/2006/relationships/notesMaster" Target="/ppt/notesMasters/notesMaster1.xml" Id="R748f7da37b6b44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bc8ea08a8d4539" /><Relationship Type="http://schemas.openxmlformats.org/officeDocument/2006/relationships/notesMaster" Target="/ppt/notesMasters/notesMaster1.xml" Id="R77c768cd268e41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9654d8519946b6" /><Relationship Type="http://schemas.openxmlformats.org/officeDocument/2006/relationships/notesMaster" Target="/ppt/notesMasters/notesMaster1.xml" Id="R9ffddbe3b52741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a0bae642040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090913592d4ddb" /><Relationship Type="http://schemas.openxmlformats.org/officeDocument/2006/relationships/slideLayout" Target="/ppt/slideLayouts/slideLayout1.xml" Id="Re1e8c681ba7c42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e8c681ba7c42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566b2089a42de" /><Relationship Type="http://schemas.openxmlformats.org/officeDocument/2006/relationships/notesSlide" Target="/ppt/notesSlides/notesSlide1.xml" Id="R6c72f49485a44e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5d2d4b637488b" /><Relationship Type="http://schemas.openxmlformats.org/officeDocument/2006/relationships/notesSlide" Target="/ppt/notesSlides/notesSlide2.xml" Id="R993b82e6495648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b0251c93a4827" /><Relationship Type="http://schemas.openxmlformats.org/officeDocument/2006/relationships/notesSlide" Target="/ppt/notesSlides/notesSlide3.xml" Id="R3ef5e7a1d00e43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b96a53bbe4cd3" /><Relationship Type="http://schemas.openxmlformats.org/officeDocument/2006/relationships/notesSlide" Target="/ppt/notesSlides/notesSlide4.xml" Id="R520aa8ea6d2e42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e9d5a5e4e49ce" /><Relationship Type="http://schemas.openxmlformats.org/officeDocument/2006/relationships/notesSlide" Target="/ppt/notesSlides/notesSlide5.xml" Id="R5471aedfa71f41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7a23f3cff4c13" /><Relationship Type="http://schemas.openxmlformats.org/officeDocument/2006/relationships/notesSlide" Target="/ppt/notesSlides/notesSlide6.xml" Id="R982d8460cc4246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7047db0a74a54" /><Relationship Type="http://schemas.openxmlformats.org/officeDocument/2006/relationships/notesSlide" Target="/ppt/notesSlides/notesSlide7.xml" Id="R337dc1ea8bcb40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032e993024224" /><Relationship Type="http://schemas.openxmlformats.org/officeDocument/2006/relationships/notesSlide" Target="/ppt/notesSlides/notesSlide8.xml" Id="R3a946170a3d448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417f45f6d4146" /><Relationship Type="http://schemas.openxmlformats.org/officeDocument/2006/relationships/notesSlide" Target="/ppt/notesSlides/notesSlide9.xml" Id="R8183855d253a4a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2bf253feb43f1" /><Relationship Type="http://schemas.openxmlformats.org/officeDocument/2006/relationships/notesSlide" Target="/ppt/notesSlides/notesSlide10.xml" Id="R3a832147ffd94a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BF1B62-6194-4BC2-93DB-5537F34D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C++ 期末プロジェクト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BE221-4F17-4AF8-9170-37C3B9EB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Arkanoid / Breakout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61165-54C1-4FAB-A440-E350330B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ブロック崩しゲーム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869CE-00DD-4E50-8275-307297BE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raylib を使い、パドル・ボール・ブロックの動きをクラスで分けて実装しました。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985BE-4199-4F3E-9FB3-00E455C4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"/>
            <a:ext cx="358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メンバー名：＿＿＿＿＿＿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学生 ID：＿＿＿＿＿＿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21061-0FE2-48F2-9055-AB8C688C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35814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018C9-8352-4FB4-AD89-C9FC4EC9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28575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Demo で見せること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・パドル操作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・ボールの反射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・ブロック破壊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・スコアとライフ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・レベル進行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BBCEB-F80B-4F38-B02F-30DDBD96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2524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67FA83-B7BD-43B7-A2C7-B006D36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題材は、操作が簡単で仕組みを説明しやすいゲームです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DB073-353F-42C9-B11D-17C0D151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714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Arkanoid は、プレイヤーの操作とプログラム上の物理的な動きがすぐに見える題材です。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17521-7638-44BB-8CA7-EFE24DCC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51858-81F1-49F1-9580-3588E3E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429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AD6B6-980F-4058-A797-1598253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分かりやすい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44DC4-8C22-4882-B8FC-B91D99F0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2895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ルールが簡単なので、短い時間でも遊び方を説明できます。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60FE1-F55A-4CF2-B8FB-42C0BB8F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3429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31C83-880C-443A-8D01-A971A04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技術が見える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08B12-47E3-419B-B028-608D2ADE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09950"/>
            <a:ext cx="2895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入力、移動、反射、当たり判定など、ゲーム処理の基本が入っています。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865E9-C807-4CA2-AE91-2ED23BD2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3429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4D296-0B94-4468-8AA7-E2E8E8EC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432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Demo 向き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B680A-2F2D-4629-828B-E1FF7135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2895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画面上で結果がすぐ見えるため、発表で実演しやすいです。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31929-E663-4DED-AB44-B74EC8BD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26725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797337-3B1C-4D63-BFB5-21F7C8B7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ゲームの目標は、ライフがなくなる前に全ブロックを壊すことです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9D567-8E5F-41AE-BF88-9D006AE6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714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プレイヤーは画面下のパドルを動かし、ボールを落とさないようにします。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F695D-948B-4EB0-A548-C327FDAF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71F32-C16D-4DB8-836C-73FCE9DE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429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BF93B-132E-477C-89EC-FEC535A5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0964D-59C1-4B81-9722-444F920B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2895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 / D または左右キーでパドルを動かします。SPACE で開始します。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30042-D31E-4BED-A692-19228166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3429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7C5EC-3A90-4CEB-B0EE-9D21594B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ルール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08AC3-981A-4E30-89CD-FB8651E4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09950"/>
            <a:ext cx="2895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ボールがブロックに当たると点数が入り、ブロックの耐久度が下がります。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CF71E-D7D4-4529-AD7C-542283C1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3429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4A3B9-076C-4FF8-96D9-1EC82958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432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状態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63984-4EFB-4FEF-A0AD-5A869274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2895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開始、一時停止、勝利、ゲームオーバーを GameState で管理します。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7B14C-A89E-4717-9593-632F8982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6329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E43170-A7D1-41F4-AA2D-9677949A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クラスで役割を分け、処理を読みやすくしました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60502-B180-4578-8779-0AD41B14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538E8-75D9-4528-8B8A-C90436DA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Game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F3858-251F-4366-80AE-B6F34B21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478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主ループ、状態、入力、当たり判定を管理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D74BA-F67C-448D-ABE6-F796AF83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52C1C-A690-4F8C-9DB4-EA17092B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Paddle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35283-AE45-4D67-BE58-D1654993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位置、移動、画面外へ出ない制限を担当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8D0CD-4353-44A2-8696-5312B30C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449C6-E8C2-40A0-B054-E7347A83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Ball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D8744-6DB1-43F8-89E1-95F7BEA9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861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位置、速度、反射、速度変更を担当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C48B9-48E7-42E4-BB2A-E9057B91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016CC-7423-4101-9520-72A348B5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Brick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5707E-B450-479C-A03B-A5AF8F58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耐久度、表示、破壊時の点数を担当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8160A-D88B-4517-9368-B1541573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21885-50FB-4310-BBA0-86A1221C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Level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7EE3D-8DA4-4453-8F6E-FB77D915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244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ブロック配置、レベル数、球速を管理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55D40-D21F-4BBC-92C3-6A3FBCCD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763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ポイント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ACCC2-313C-4DD6-94A8-811E46FD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43100"/>
            <a:ext cx="1885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ヘッダーファイルと実装ファイルを分け、機能ごとの責任を明確にしました。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F0047-8DA0-4AA2-8262-A3FF8D6D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6656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B530C7-F1FE-4B2F-9179-AF08DD5E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ゲームは 1 フレームずつ入力、更新、描画を行います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B1AE4-335F-4894-8438-A95760B8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476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AFD6F-4D02-4E9E-B50A-89BE4458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0E948-E5DE-4228-9906-586BD667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入力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53CE6-CC76-48D5-9A76-DB413337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952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 / D または矢印キーでパドルを動かします。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60555-2C67-4DBD-AD79-18D66773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14500"/>
            <a:ext cx="2476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04955-2A34-4A40-B7C7-EB93BD73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81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4BE32-1E7F-4D9D-905F-1882B1FB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5B44E-E67D-44D6-B916-55463F69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24250"/>
            <a:ext cx="1952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deltaTime を使い、ボールとパドルの位置を更新します。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30815-1FAA-4905-B55C-EF9BF672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76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BEE7A-652F-41B3-BD22-858F7D33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6BF31-8150-421A-9B88-509899F4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判定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8B59E-A761-4FEB-8180-7875AE0B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1952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壁、パドル、ブロックとの当たり判定を行います。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DD28C-A082-4D57-A058-027F20D5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714500"/>
            <a:ext cx="2476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7A693-C6FF-4458-AECF-E586D049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81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EF746-A732-4D8A-92AE-81FB0E8B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57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描画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80339-4DB0-4710-BEDF-7F26A31A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524250"/>
            <a:ext cx="1952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raylib でブロック、ボール、HUD を表示します。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17482-2988-49F8-9B3A-4E37EE8E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2481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412D70-7DBB-47A6-BC2C-A06C0C28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発表で説明する C++ の技術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1EBD1-1E6C-4B5B-A3AA-E45A4D29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このゲームでは、授業で学んだ基本技術を実際の処理に使いました。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64B3E-2DF0-411D-90F0-756F3BAC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85920-BD78-4611-8D92-1394CBF4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技術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3C74D-C4A9-4733-895E-C51ADB6F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47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このプロジェクトでの使い方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B13DD-602A-4045-8387-825E61E3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3EC37-9298-4DA5-9EC1-3F911ADD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クラスとオブジェクト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2BB78-E133-4FF4-A0D1-52FE2F17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Game、Ball、Paddle、Brick、Level に分けて実装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C867F-F8A9-4C86-9F97-841D66F5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43225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71564-4410-42FB-B037-0A8B2A72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vector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8BFF4-2677-40EC-8229-F6FD0930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複数のボールとブロックを std::vector で管理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792DB-A617-4262-8C96-E0E931D5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4DA11-B7A6-4386-B967-DABE6F14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関数分割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93FEE-2DE7-45B6-BFEE-8CD95973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8617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入力、更新、当たり判定、描画を別関数に整理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96CFB-658E-498A-A999-56865C3E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0FC18-ADDF-4FF6-9AAC-8371696F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条件分岐とループ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A2EDB-416F-4D73-B200-3F8081D9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状態管理、ライフ判定、全ブロック破壊判定に使用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1095F-DED2-4A5C-BE32-55F1E69C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79C378-0A69-49E4-9794-BE0CAF44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外部ライブラリ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EDF42-50CA-49E0-B554-D6072D3A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2442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raylib でウィンドウ表示とリアルタイム入力を実現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2339D-D1DD-4971-85A1-AB6A286B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コードを小さな責任に分けたことで、Demo 前の調整やバグ修正がしやすくなりました。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EAE5F-3AAF-4E37-A1B7-39BE26F5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73494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0A0355-8F9D-4290-ABA0-6A7097C9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実装済みの発展機能で、完成度を高めました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BE97A-DA0E-45E6-B62C-9F3FF054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5340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AE1FD-5ED6-492C-BF2D-43AF035D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66850"/>
            <a:ext cx="55340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5D8AB-E5B7-4F05-8A3D-8D31F935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レベルと耐久度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CC90B-01F9-4E4F-9A1A-96D0EB30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8768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全 3 レベルを用意しました。レベルが上がるとブロック配置が変わり、ボール速度も少し上がります。硬いブロックは複数回当てる必要があります。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31E79-6CC9-4784-ACDB-520EC71A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097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隠し機能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357C3-1685-4910-98E4-1198C313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571750"/>
            <a:ext cx="48768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特定のコードを入力すると、速度アップ、追加ボール、パドル拡大、ライフ追加、シールド、Spoon Wave を使えます。発表では時間があれば紹介します。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38EFB-86ED-4F6C-8B32-777BCFF0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902133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28A954-7EAF-4A0D-8518-6B5E1B1D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難しかった点は、動きの自然さと安定した Demo です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EEF21-FBFB-4BAC-9713-F1BDE35A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0E13D-18A0-48BC-AA0D-01AAA734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当たり判定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989BF-F874-4254-B9A8-49DC8CAE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049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角に当たった時、反射方向が不自然になりやすい。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E8463-F041-4845-8E86-0D79F4CD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638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重なり量を比べ、X 方向か Y 方向の反射を決めました。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EFD05-5AA5-4651-9D4E-4CA01E10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0BE15-1502-4644-B550-CEE30D66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球速調整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ADB4D-3685-4C03-BE98-477F1BA4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速すぎると説明しにくく、遅すぎると退屈になる。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870AE-F55E-48D5-B382-8A5FC389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3638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レベルごとに少しずつ速度を上げる形にしました。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D1459-3C12-4B95-AB06-7A0EA370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D9AB3-7A7A-48C8-83D6-B07F04C0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状態管理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4F110-3F73-4E09-85F7-9C7BFF77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開始、停止、勝利、失敗で処理が分かれる。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A074E-EB5A-42E6-ADCC-9E364472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3638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GameState を使い、状態ごとの動きを整理しました。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6F024-A0CD-40E7-8EB3-A4F29274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7030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140DA-3795-4B5A-B2B0-5BEA896D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Demo では短時間で基本動作を確認します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18C51-DB22-4037-A8A3-B62B755C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72390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10541-DCE9-4CD5-9647-890A3DA4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C4932-0F8F-490E-BB0E-8AF0B5C8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573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2E8DA-2E95-433A-950E-BD7FAF46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573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5B369-D74F-46AE-BFF5-A0E2BD96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573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5AF1D-5E11-4EFD-AFFA-71B8BB4B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6573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63B71-5115-49BD-B610-749AB4D7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573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B522A-A233-475E-AA98-11E3BE70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573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ED8B7-BED1-4334-99E5-DF7B7884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14588-BB12-456A-9255-D70F98AF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A9BCB-B04D-4AAE-A10A-A65B39E8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3D87C-E2F6-4C44-9624-DA83958F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E7A47-B7AE-4A5C-BFC1-6CD300DB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002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31D59-2353-487E-98BB-5C632263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02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9E913-B522-46A9-891E-3F6C442B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002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A2EA3-66BB-4838-8610-ABEB214D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BF579-AE7A-4615-99FA-01296432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814B27-C7F0-4BD4-8451-432CCBE5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7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A2AC9-061C-4B37-9F4C-BD5ABE0E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7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4C51D-DB86-452E-90C9-84558627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43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7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6E4A3-A0A4-4267-83D2-BEFFE1F8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43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7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003399-377D-4321-8C12-1453D35A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43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7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34226-922F-4F3E-891D-4B544845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7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F7AD6-4980-4DAF-97ED-7E6893DC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43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7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6E2824-A787-456F-A5F3-CF025E73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7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FC85B8-8189-4D7E-AB66-D700FE8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6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5BECE-EF81-4E25-8090-2C608DAF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860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6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876D12-1B69-4861-A10F-CD6C4F53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860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6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F71188-BDD4-4DF1-BED4-C5C2150F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860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6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5AA51C-6B38-4581-BDEC-366A05D1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860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6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425A3A-F58B-419E-89A7-7DDBCD67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860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6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85A819-46AE-4847-BE8C-15B7643A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860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6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E463F6-FC1F-4975-A2FE-71AB6E89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6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C4C54B-BA14-40CE-AADE-861E9D74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5F5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A8268E-4661-4962-9165-3082EEBB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5F5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BE7F3F-11CB-4273-A4B1-2CDE0950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289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5F5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6810EA-8AEA-43E8-8B14-DE6D71D6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5F5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829642-0C2F-4558-B0E2-AA26E91B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289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5F5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A9EF78-74C8-4908-97D6-55139198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5F5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47C54C-0E6F-462C-9983-42E84414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289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5F5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4C5FCD-4E9A-40CE-8BF2-3DD11D02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5F5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D20333-DAC5-46F3-B97E-EA2B3287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99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8C8BDE-6D3F-470A-9805-CDFF9AE9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95850"/>
            <a:ext cx="16192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8C4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302B82-BEFC-4D2E-AF68-7820E48E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Score: 120        Level: 1/3        Lives: 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B4F85E-5DF7-49E1-94EC-9593974B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確認する順番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2A4ABC-B8CE-488D-8A74-6A661711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1. SPACE で開始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2. A / D でパドル移動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3. ブロックを数個壊す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4. P で一時停止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5. ライフとスコアを確認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3FBD57-B07C-473E-A43A-F8D6D59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余裕があれば、複数レベルや隠し機能も短く紹介します。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592C95-D6DE-4022-9E01-E565811B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6143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949128-AEF1-458A-9FF8-CAD3E5B5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まとめ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39F2F-5185-4E1A-BA29-5C2AC2DC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このプロジェクトでは、遊べるゲームを作りながら C++ の基本技術を確認しました。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ECC29-4DB3-44A7-AFC9-B93F6A7F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429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ED5E5-8DA5-4058-8F26-70DB2D58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完成したこと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ADD3D-D2E0-4208-9CF6-895F1AED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838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パドル操作、ボール反射、ブロック破壊、スコア、ライフ、勝敗判定を実装しました。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59650-D805-447A-BA66-CF4B8874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724150"/>
            <a:ext cx="3429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011AF-414F-4482-83CB-7EA59016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28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学んだこと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F8C7F-3F5F-45A3-89C2-0B27330F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76650"/>
            <a:ext cx="2838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クラス設計、vector、関数分割、状態管理、当たり判定の考え方を練習しました。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C9C40-71EE-4AAD-BE1A-84EF8684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429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63C3E-85A2-4AA9-B784-BF97B286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今後の改善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8FD49-2B07-4818-B7F5-60C8B6BB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838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音、画像素材、ランキング保存、より自然な反射処理を追加したいです。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8405C-B0F5-4E67-B32A-806EA41E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ご清聴ありがとうございました。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FE995-4891-48FC-8540-C9B59901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01601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2026-07-09T04:52:52.2510000Z</dcterms:created>
  <dcterms:modified xsi:type="dcterms:W3CDTF">2026-07-09T04:52:52.2510000Z</dcterms:modified>
</coreProperties>
</file>